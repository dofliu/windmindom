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32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108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windMindOM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離岸風場 O&amp;M 決策中樞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371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63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把告警、AI 診斷、知識檢索、派工、備料、簽核、成本回寫，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串成業主每天會用的工作鏈。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 · 2026-05-02 · Dof / DOF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為什麼是現在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業主面對的痛點 + 國際/國內背景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業主面對的痛點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首批機組陸續出保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Formosa 1/2 (2025-2027)，業主從 OEM 接受者轉為獨立 O&amp;M 主體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年度預算抓不準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颱風週期 / weather window / 失效率全靠 Excel 拼湊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告警太多無從分辨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一天 200 條 alarm，無自動成本影響評估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跨機種資料整不起來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Z72 / Vestas / SGRE / MingYang 各鎖在原廠平台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知識散落 PDF 與老師傅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故障訊息 → 手冊 → SOP 全靠人工搜尋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14300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143000"/>
            <a:ext cx="73152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國際 / 國內背景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2024-2025 國際 OEM 連番出包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SGRE 葉片召回、Vestas 齒輪箱集中故障 → 業主自建監測動力上升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743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第三階段風場 2026 起商轉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政府要求供應鏈在地化，O&amp;M 軟體是少數還能搶位置的項目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3703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ECN Tool 5.0 是事實標準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但只有 Excel + VBA、沒有 API 版本 — 我們有 Python 移植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解法與我們的優勢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核心定位 + 8 個既有資產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4 模組 + 可插拔 AI/Inspection + simulator-first demo + 在地化派工/庫存/簽核 + ECN 雙向成本回寫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我們手上已經有 8 個既有 repo（含 1 個 sister product），整合工作量比從零造輪子少 60%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248716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完成度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 windMindOM 中的角色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digiWindTurbine（物理模擬器）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雙模資料層 — 真機 / 模擬切換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windAILab（AI 多代理 25 agents）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plugin（含內建輕量 RAG）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ECN（O&amp;M Tool 5.0 移植）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Planning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z72hmiNew（Z72 PLC HMI）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Z72 機型 adapter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z72_SCADA_etech（派工/庫存/簽核）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工作流設計來源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RAG_Ultimate v8.0（Phase 3 論文）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829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Sister product（鬆耦合）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windMindOM（本 repo）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整合容器 / Plugin SDK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產品結構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4 模組 + 可選 plugins + sister products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windMindOM 核心（必裝）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7602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Adapter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16687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類資料源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DB / File / Sim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4620" y="1691640"/>
            <a:ext cx="17602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4620" y="178308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0340" y="2240280"/>
            <a:ext cx="16687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派工 / 庫存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多階簽核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17602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78308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240280"/>
            <a:ext cx="16687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ECN 移植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⇄ actual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43700" y="1691640"/>
            <a:ext cx="17602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3700" y="1783080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89420" y="2240280"/>
            <a:ext cx="16687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SPA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⇕ Plugin SDK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3931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Plugin（可選）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069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windAILab fault diagnosis + 內建輕量 RAG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(rag_architect + rag_curator)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794760"/>
            <a:ext cx="3931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Inspection（M6+）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069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InduSpect — 風機內部影像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自動定檢報告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0857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Product（並行銷售） 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RAG_Ultimate v8.0 — 企業級 RAG + 風電 Benchmark · webhook 鬆耦合 · 不可用時 fallback 內建 RAG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核心差異化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條 USP — 國際無單一競品同時擁有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完整工作鏈閉環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18288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 → AI 診斷 → 知識檢索 → 工單 → 庫存 → 簽核 → 派工 → 完工 → 成本回寫 → 修正下一輪預測。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PM、ECN tool、Bazefield 各缺 ≥ 2 塊。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88720"/>
            <a:ext cx="5486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6002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不需實場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03520" y="18288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介面讓 simulator 可作為任何客戶的初始資料源。客戶看 demo 不必先簽 NDA 給資料 — sales killer feature。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5486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661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143000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可插拔 AI / RAG / Inspection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43000" y="379476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核心產品可獨立運作。客戶有需求時加 plugin 或採購 sister product，不需要先吞下整套 AI。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154680"/>
            <a:ext cx="5486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5661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303520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在地化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303520" y="379476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台灣海峽颱風 + 季風 weather window 模型 · 多 OEM 並存的跨機型 dashboard · 中文 UI · 政府電業法規相容。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競品矩陣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沒有任何一家同時涵蓋這 8 列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808043"/>
              </p:ext>
            </p:extLst>
          </p:nvPr>
        </p:nvGraphicFramePr>
        <p:xfrm>
          <a:off x="365759" y="1188720"/>
          <a:ext cx="8488990" cy="3553968"/>
        </p:xfrm>
        <a:graphic>
          <a:graphicData uri="http://schemas.openxmlformats.org/drawingml/2006/table">
            <a:tbl>
              <a:tblPr/>
              <a:tblGrid>
                <a:gridCol w="19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5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5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5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3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08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AI+RAG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派工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庫存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簽核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SkySpecs (US)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葉片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Bazefield (NO)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ONYX InSight (UK)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gearbox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ECN/TNO Tool 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Siemens MindSphere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PM / IBM Maximo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 自家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 單品牌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windMindOM (我們)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4 adapter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RAG_Ultimate (sister)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✓✓✓ 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最接近的是 SAP PM + 第三方 SCADA 拼湊 — 但缺風電專屬 weather window / Monte Carlo / simulator demo</a:t>
            </a:r>
            <a:endParaRPr lang="en-US" sz="1100" dirty="0"/>
          </a:p>
        </p:txBody>
      </p:sp>
      <p:sp>
        <p:nvSpPr>
          <p:cNvPr id="5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三層套餐 + 兩 Sister Products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15087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套餐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內容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估價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OM-Core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 4 模組（Adapter + Workflow + Cost + Dashboard）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NT$30-80k/turbine/年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或 NT$5-10M + 維護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windAILab 故障診斷 + RUL + 內建輕量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+NT$15-30k/turbine/年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AI + Inspection (M6+)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 InduSpect AI 定檢報告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+NT$20-40k/turbine/年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Products（並行銷售，可單買也可套裝促銷）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10972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估價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RAG_Ultimate v8.0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 服務部門、學界、政府能源署、台電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NT$3-15M/案 + 維護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InduSpect（也獨立銷售）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定檢服務商、離岸風場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4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0080" y="41148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第一筆收入路徑：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個月部署 OM-Core + Z72 → NT$3-5M  ·  6 個月後 upsell AI → +NT$2-3M  ·  12 個月後 RAG → +NT$3-15M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單一客戶 LTV ≈ NT$8-23M（前 2 年） · 3 家 pilot 客戶足以養活 4 人團隊兩年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第一個客戶：Z72 風場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為什麼選 Z72 為首發 + 第一階段交付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 Z72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 repo 吃過 Z72 真實資料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z72hmiNew + z72_etech + digiWindTurbine — 整合最快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OEM 合作門檻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Harakosan / Zephyros 已退出市場 — 不會被原廠阻擋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63824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z72hmiNew 即實機運轉中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Social proof：「我們已在運維他們同款機」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877056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PLC（Bachmann M1）已驗證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Z72LiveAdapter 兩週內可上線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14300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143000"/>
            <a:ext cx="73152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第一階段交付（3 個月）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17373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即時 SCADA + 告警 + 工單 + 成本檢視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24505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派工 / 庫存 / 多階簽核全跑通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316382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依客戶歷史故障算出的 5 年 O&amp;M 預算 + 排程 Gantt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387705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升級選項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AI plugin（fault diagnosis + 內建 RAG）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學術價值（給國科會 / 計畫審查）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兩條獨立論文線 + 三個計畫定位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RAG_Ultimate 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進行中（已有 829 tests 為基礎）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Knowledge-Base RAG Benchmark for Wind Turbine O&amp;M: Methodology and Baselines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Industrial Informatics / Information Sciences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學界目前 RAG benchmark 都是通用任務（HotpotQA、MS-MARCO），工業特化幾乎沒有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windMindOM 線（4 篇）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SCADA → AI Diagnosis → Workflow → Cost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039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Adapter Pattern for Wind Farm Data 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Crew Schedule Coupled O&amp;M Cost Model (extending ECN 5.0)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862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Inspection Reports + Maintenance Workflow (M6+)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計畫定位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31920"/>
            <a:ext cx="2697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23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國科會 整合型計畫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電機 + AI + 工管 + 海洋工程跨域，論文線已 ready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393192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931920"/>
            <a:ext cx="2697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4023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能源署 在地化第三階段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4297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派工/庫存/簽核 = 在地化軟體可搶位置的項目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9319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931920"/>
            <a:ext cx="26517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教育部 USR / 高教深耕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4297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模式可打包成大學風能實驗室教材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個月路線圖 + 我們需要的合作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個月路線圖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32588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抽象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26-Q2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691640"/>
            <a:ext cx="132588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工作流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26-Q3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691640"/>
            <a:ext cx="13258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成本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26-Q3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691640"/>
            <a:ext cx="13258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Plugin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26-Q4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1691640"/>
            <a:ext cx="13258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客戶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26-Q4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1691640"/>
            <a:ext cx="1325880" cy="274320"/>
          </a:xfrm>
          <a:prstGeom prst="rect">
            <a:avLst/>
          </a:prstGeom>
          <a:solidFill>
            <a:srgbClr val="5BA3B8"/>
          </a:solidFill>
          <a:ln w="12700">
            <a:solidFill>
              <a:srgbClr val="5B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984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M6+ 擴張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27-Q1+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我們需要的（Ask）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154680"/>
            <a:ext cx="269748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54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業主 / 客戶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Z72 風場 friendly pilot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個月 NT$3-5M 部署 OM-Core，先 simulator demo 再切實機。失敗風險低 — Z72 整套技術鏈已驗證。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31546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154680"/>
            <a:ext cx="269748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154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國科會 / 計畫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整合型計畫 2026 下半年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「離岸風場 AI-RAG-工作流-成本決策中樞」。跨域組合已 ready，論文線兩條獨立。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31546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3154680"/>
            <a:ext cx="265176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 / 共創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首輪資金 TBD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7947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人 × 6 個月 ≈ NT$8-12M，3 家 pilot LTV NT$24-45M。先顧問案立 case study，再轉訂閱。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Dof（DOF Lab）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moredof@gmail.com  ·  </a:t>
            </a: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 · 2026-05-02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1159</Words>
  <Application>Microsoft Office PowerPoint</Application>
  <PresentationFormat>如螢幕大小 (16:9)</PresentationFormat>
  <Paragraphs>286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windMindOM Pitch Deck v0.4</dc:title>
  <dc:subject>離岸風場 O&amp;M 決策中樞</dc:subject>
  <dc:creator>Dof / DOF Lab</dc:creator>
  <cp:lastModifiedBy>Dof Liu</cp:lastModifiedBy>
  <cp:revision>2</cp:revision>
  <dcterms:created xsi:type="dcterms:W3CDTF">2026-05-02T10:25:54Z</dcterms:created>
  <dcterms:modified xsi:type="dcterms:W3CDTF">2026-05-02T12:55:43Z</dcterms:modified>
</cp:coreProperties>
</file>