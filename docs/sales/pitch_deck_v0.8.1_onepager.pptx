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73736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B3C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 NCUT  ·  DOF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647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200" kern="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windMindOM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DCE3DD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離岸風場運維廠商工具 · Operator-focused Wind Farm O&amp;M Tool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664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在一個 UI 看到 SCADA、庫存派工、成本計算、警報手冊查詢 — 取代你現在的 Excel + LINE + 紙單。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6647688" cy="0"/>
          </a:xfrm>
          <a:prstGeom prst="line">
            <a:avLst/>
          </a:prstGeom>
          <a:noFill/>
          <a:ln w="9525">
            <a:solidFill>
              <a:srgbClr val="5C7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 FIVE MODULES  /  五大模組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1219810" cy="914400"/>
          </a:xfrm>
          <a:prstGeom prst="rect">
            <a:avLst/>
          </a:prstGeom>
          <a:solidFill>
            <a:srgbClr val="FAF7F0"/>
          </a:solidFill>
          <a:ln w="6350">
            <a:solidFill>
              <a:srgbClr val="5C7A6A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監控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SCADA</a:t>
            </a:r>
            <a:endParaRPr lang="en-US" sz="11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Z72 PLC + 物理模擬器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14170" y="2971800"/>
            <a:ext cx="1219810" cy="914400"/>
          </a:xfrm>
          <a:prstGeom prst="rect">
            <a:avLst/>
          </a:prstGeom>
          <a:solidFill>
            <a:srgbClr val="FAF7F0"/>
          </a:solidFill>
          <a:ln w="6350">
            <a:solidFill>
              <a:srgbClr val="5C7A6A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庫存派工</a:t>
            </a:r>
            <a:endParaRPr lang="en-US" sz="11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工單 + 多階簽核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71139" y="2971800"/>
            <a:ext cx="1219810" cy="914400"/>
          </a:xfrm>
          <a:prstGeom prst="rect">
            <a:avLst/>
          </a:prstGeom>
          <a:solidFill>
            <a:srgbClr val="FAF7F0"/>
          </a:solidFill>
          <a:ln w="6350">
            <a:solidFill>
              <a:srgbClr val="5C7A6A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成本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ECN-style</a:t>
            </a:r>
            <a:endParaRPr lang="en-US" sz="11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可用度 / LCOE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8109" y="2971800"/>
            <a:ext cx="1219810" cy="914400"/>
          </a:xfrm>
          <a:prstGeom prst="rect">
            <a:avLst/>
          </a:prstGeom>
          <a:solidFill>
            <a:srgbClr val="FAF7F0"/>
          </a:solidFill>
          <a:ln w="6350">
            <a:solidFill>
              <a:srgbClr val="5C7A6A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報表</a:t>
            </a:r>
            <a:endParaRPr lang="en-US" sz="11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月報 PDF + Gantt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85078" y="2971800"/>
            <a:ext cx="1219810" cy="914400"/>
          </a:xfrm>
          <a:prstGeom prst="rect">
            <a:avLst/>
          </a:prstGeom>
          <a:solidFill>
            <a:srgbClr val="FAF7F0"/>
          </a:solidFill>
          <a:ln w="6350">
            <a:solidFill>
              <a:srgbClr val="5C7A6A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警報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RAG</a:t>
            </a:r>
            <a:endParaRPr lang="en-US" sz="11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30 秒查到手冊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 PRICING  /  套餐分層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2093976" cy="365760"/>
          </a:xfrm>
          <a:prstGeom prst="rect">
            <a:avLst/>
          </a:prstGeom>
          <a:solidFill>
            <a:srgbClr val="5C7A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OM-Operator Basic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2093976" cy="100584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監控 + 庫存 + 派工 + 報表 + 基本 RAG</a:t>
            </a:r>
            <a:endParaRPr lang="en-US" sz="95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95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A2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NT$20-40k / turbine / 年</a:t>
            </a:r>
            <a:endParaRPr lang="en-US" sz="9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B837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或 NT$2-4M 一次性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34056" y="4434840"/>
            <a:ext cx="2093976" cy="365760"/>
          </a:xfrm>
          <a:prstGeom prst="rect">
            <a:avLst/>
          </a:prstGeom>
          <a:solidFill>
            <a:srgbClr val="2D4A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OM-Operator Pro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34056" y="4800600"/>
            <a:ext cx="2093976" cy="100584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+ Cost engine（ECN-style）</a:t>
            </a:r>
            <a:endParaRPr lang="en-US" sz="95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95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A2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+ NT$10-20k / turbine / 年</a:t>
            </a:r>
            <a:endParaRPr lang="en-US" sz="9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B837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可用度 / LCOE / 預測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10912" y="4434840"/>
            <a:ext cx="2093976" cy="365760"/>
          </a:xfrm>
          <a:prstGeom prst="rect">
            <a:avLst/>
          </a:prstGeom>
          <a:solidFill>
            <a:srgbClr val="1F3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OM-Operator Enterprise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10912" y="4800600"/>
            <a:ext cx="2093976" cy="100584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+ AI 診斷 + 視覺定檢（API 整合）</a:t>
            </a:r>
            <a:endParaRPr lang="en-US" sz="95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</a:t>
            </a:r>
            <a:endParaRPr lang="en-US" sz="95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A2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+ revenue share with partners</a:t>
            </a:r>
            <a:endParaRPr lang="en-US" sz="9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B837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windAILab / InduSpect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5943600"/>
            <a:ext cx="6647688" cy="0"/>
          </a:xfrm>
          <a:prstGeom prst="line">
            <a:avLst/>
          </a:prstGeom>
          <a:noFill/>
          <a:ln w="12700">
            <a:solidFill>
              <a:srgbClr val="5C7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035040"/>
            <a:ext cx="6647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spc="400" kern="0" dirty="0">
                <a:solidFill>
                  <a:srgbClr val="1F3A2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"  月費比少請半個工程師便宜  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83680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D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 WHY  /  獨家賣點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903720"/>
            <a:ext cx="6647688" cy="59436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→ 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Simulator-first  ·  </a:t>
            </a:r>
            <a:pPr algn="l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Demo 不需要客戶先給資料 — 物理模擬器跑出和真實 SCADA 一樣的 14 台風機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7589520"/>
            <a:ext cx="6647688" cy="59436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→ 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整合度沒人達到  ·  </a:t>
            </a:r>
            <a:pPr algn="l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SCADA + 庫存 + 派工 + 簽核 + 成本 + 警報 RAG + 模擬器，7 列無單一競品同時涵蓋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8275320"/>
            <a:ext cx="6647688" cy="594360"/>
          </a:xfrm>
          <a:prstGeom prst="rect">
            <a:avLst/>
          </a:prstGeom>
          <a:solidFill>
            <a:srgbClr val="FAF7F0"/>
          </a:solidFill>
          <a:ln w="6350">
            <a:solidFill>
              <a:srgbClr val="C9C2B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→  </a:t>
            </a:r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現場工程師高頻 user  ·  </a:t>
            </a:r>
            <a:pPr algn="l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警報跳出 → 30 秒查到手冊段落（mobile /field/ UI）— PMF 關鍵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9006840"/>
            <a:ext cx="6647688" cy="0"/>
          </a:xfrm>
          <a:prstGeom prst="line">
            <a:avLst/>
          </a:prstGeom>
          <a:noFill/>
          <a:ln w="9525">
            <a:solidFill>
              <a:srgbClr val="5C7A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9098280"/>
            <a:ext cx="6647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3A2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§  FIRST CUSTOMER  ·  Z72 機型運維廠商  /  6 個月  ·  M1 → M6 (2026-05 → 2026-10)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9418320"/>
            <a:ext cx="6647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 repo 都有 Z72 真資料 · 無 OEM 合作門檻 · z72hmi 已實機運轉 · Bachmann M1 PLC 已驗證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9921240"/>
            <a:ext cx="7562088" cy="768096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10012680"/>
            <a:ext cx="6647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F1E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劉瑞弘  Juihung Liu  ·  DOF Lab  ·  NCUT 智動系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10332720"/>
            <a:ext cx="6647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3C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moredof@gmail.com   ·   github.com/dofliu   ·   doflab.cc   ·   詳細版 deck on request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windMindOM v0.8.1 Onepager</dc:title>
  <dc:subject>PptxGenJS Presentation</dc:subject>
  <dc:creator>DOF Lab — 劉瑞弘</dc:creator>
  <cp:lastModifiedBy>DOF Lab — 劉瑞弘</cp:lastModifiedBy>
  <cp:revision>1</cp:revision>
  <dcterms:created xsi:type="dcterms:W3CDTF">2026-05-03T23:47:18Z</dcterms:created>
  <dcterms:modified xsi:type="dcterms:W3CDTF">2026-05-03T23:47:18Z</dcterms:modified>
</cp:coreProperties>
</file>